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73F83-9335-45FA-BD56-5CD889A0EF73}" v="793" dt="2026-04-29T04:51:58.767"/>
    <p1510:client id="{E47E4973-2DE3-EE7D-4E85-E3DFFD1D1D8E}" v="73" dt="2026-04-29T04:47:07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003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C2F81-B15A-04D0-CE4A-5DFC1577C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8F87F-3B72-F143-E2A9-D9F826146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B155B-8562-878B-6BA6-CB9F43C45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C8E57-838A-6BF0-B726-51B8F42F4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37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DAFA9-5380-5007-106D-505C45F8A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27481-A3A3-49E8-680A-FD807AFA2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9DCFA-B76A-FAEF-40FF-45455B781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FE1A9-2D87-DA53-607D-32C6810B5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34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8B04E-B426-D1B9-44C9-97E13F344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01B7D-EB55-109F-E913-46DBE0998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60AF7-C4CB-7E5C-5545-E2014BE68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127C3-C483-C52B-78DE-795F9AA8B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08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47472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Vehicle Manager</a:t>
            </a:r>
            <a:endParaRPr lang="en-US" sz="420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D7A8C"/>
                </a:solidFill>
              </a:rPr>
              <a:t>Final Project Demonstration</a:t>
            </a:r>
            <a:endParaRPr lang="en-US" sz="210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8606E"/>
                </a:solidFill>
              </a:rPr>
              <a:t>CSE 1325 · Object-Oriented Programming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822960" y="2852928"/>
            <a:ext cx="1143000" cy="329184"/>
          </a:xfrm>
          <a:prstGeom prst="roundRect">
            <a:avLst>
              <a:gd name="adj" fmla="val 38889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8895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057400" y="2852928"/>
            <a:ext cx="1143000" cy="329184"/>
          </a:xfrm>
          <a:prstGeom prst="roundRect">
            <a:avLst>
              <a:gd name="adj" fmla="val 38889"/>
            </a:avLst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57400" y="28895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Swing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3291840" y="2852928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28895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OOP Design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7452360" y="96012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26680" y="1234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b="1">
              <a:solidFill>
                <a:srgbClr val="17203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26680" y="1619487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>
                <a:solidFill>
                  <a:srgbClr val="222831"/>
                </a:solidFill>
              </a:rPr>
              <a:t>Group 4</a:t>
            </a:r>
            <a:endParaRPr lang="en-US" sz="1700"/>
          </a:p>
          <a:p>
            <a:pPr algn="ctr" fontAlgn="base"/>
            <a:r>
              <a:rPr lang="en-US" sz="1600"/>
              <a:t>Lizzie Brantley </a:t>
            </a:r>
          </a:p>
          <a:p>
            <a:pPr algn="ctr" fontAlgn="base"/>
            <a:r>
              <a:rPr lang="en-US" sz="1600"/>
              <a:t>Lucas Hawkins</a:t>
            </a:r>
          </a:p>
          <a:p>
            <a:pPr algn="ctr" fontAlgn="base"/>
            <a:r>
              <a:rPr lang="en-US" sz="1600"/>
              <a:t>Arshan Mungala</a:t>
            </a:r>
          </a:p>
          <a:p>
            <a:pPr algn="ctr" fontAlgn="base"/>
            <a:r>
              <a:rPr lang="en-US" sz="1600"/>
              <a:t>Sadik Abtahee Tahmeed</a:t>
            </a:r>
          </a:p>
          <a:p>
            <a:pPr marL="0" indent="0" algn="ctr">
              <a:buNone/>
            </a:pPr>
            <a:endParaRPr lang="en-US" sz="1700"/>
          </a:p>
        </p:txBody>
      </p:sp>
      <p:sp>
        <p:nvSpPr>
          <p:cNvPr id="17" name="Shape 15"/>
          <p:cNvSpPr/>
          <p:nvPr/>
        </p:nvSpPr>
        <p:spPr>
          <a:xfrm>
            <a:off x="6492240" y="4160520"/>
            <a:ext cx="5029200" cy="1508760"/>
          </a:xfrm>
          <a:prstGeom prst="arc">
            <a:avLst/>
          </a:prstGeom>
          <a:noFill/>
          <a:ln w="254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9834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22831"/>
                </a:solidFill>
              </a:rPr>
              <a:t>A desktop application for tracking, searching, renting, and returning vehicles.</a:t>
            </a:r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Purpose of the Application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72033"/>
                </a:solidFill>
              </a:rPr>
              <a:t>The problem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4846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rental business needs a clear way to store vehicle records, see availability, and manage reservations without manually tracking everything.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649224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72033"/>
                </a:solidFill>
              </a:rPr>
              <a:t>The solution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6492240" y="1463040"/>
            <a:ext cx="4846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 that organizes cars and trucks in one system, using a GUI front end and a manager class that controls all vehicle data.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5440680" y="1920240"/>
            <a:ext cx="1005840" cy="82296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73152" cy="123444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3209544"/>
            <a:ext cx="2788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vehicle records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932688" y="3566160"/>
            <a:ext cx="2788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 plate, manufacturer, year, color, price, seats, status, gas tank size, and reservations.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4526280" y="30632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26280" y="3063240"/>
            <a:ext cx="73152" cy="123444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27448" y="3209544"/>
            <a:ext cx="2788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availability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4727448" y="3566160"/>
            <a:ext cx="2788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updates based on vehicle status and reservation queue.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8321040" y="30632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21040" y="306324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22208" y="3209544"/>
            <a:ext cx="2788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rental workflow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8522208" y="3566160"/>
            <a:ext cx="2788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add, remove, search, sort, reserve, and return vehicles from the GUI.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Features and Functionality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73152" cy="141732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289304"/>
            <a:ext cx="2926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vehicles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886968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Vehicle, Car, or Truck from form inputs.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4480560" y="11430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0" y="1143000"/>
            <a:ext cx="73152" cy="141732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81728" y="1289304"/>
            <a:ext cx="2926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vehicles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681728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records by license plate and shift the array cleanly.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8275320" y="11430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75320" y="11430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76488" y="1289304"/>
            <a:ext cx="2926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Information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8476488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see all available information about a specific vehicle.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73152" cy="14173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86968" y="3346704"/>
            <a:ext cx="2926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Reservations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886968" y="370332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customer names, return vehicles, and remove names from the queue.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4480560" y="32004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0" y="3200400"/>
            <a:ext cx="73152" cy="141732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81728" y="3346704"/>
            <a:ext cx="2926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and Filter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4681728" y="370332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</a:rPr>
              <a:t>Optional filtering to remove unavailable vehicles and sort by price and seats.</a:t>
            </a:r>
            <a:endParaRPr lang="en-US" sz="1250"/>
          </a:p>
        </p:txBody>
      </p:sp>
      <p:sp>
        <p:nvSpPr>
          <p:cNvPr id="25" name="Shape 23"/>
          <p:cNvSpPr/>
          <p:nvPr/>
        </p:nvSpPr>
        <p:spPr>
          <a:xfrm>
            <a:off x="8275320" y="32004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75320" y="3200400"/>
            <a:ext cx="73152" cy="141732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76488" y="3346704"/>
            <a:ext cx="2926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display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8476488" y="370332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vehicle records with buttons for actions directly on each row.</a:t>
            </a:r>
            <a:endParaRPr lang="en-US" sz="125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Structure and Design Overview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73152" cy="132588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197864"/>
            <a:ext cx="2697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886968" y="1554480"/>
            <a:ext cx="2697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class containing fields and methods shared by all vehicles.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73152" cy="132588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2935224"/>
            <a:ext cx="2697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886968" y="3291840"/>
            <a:ext cx="2697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 class that adds gas mileage and car type.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685800" y="452628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" y="4672584"/>
            <a:ext cx="2697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Truck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886968" y="5029200"/>
            <a:ext cx="2697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 class that adds cargo capacity and load capacity.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25603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170432"/>
            <a:ext cx="2560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3977640" y="2926080"/>
            <a:ext cx="20574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77640" y="3099816"/>
            <a:ext cx="2057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6400800" y="2926080"/>
            <a:ext cx="20574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3099816"/>
            <a:ext cx="2057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Truck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4892040" y="4572000"/>
            <a:ext cx="3017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4773168"/>
            <a:ext cx="3017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VehicleManager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5029200" y="2926080"/>
            <a:ext cx="548640" cy="0"/>
          </a:xfrm>
          <a:prstGeom prst="line">
            <a:avLst/>
          </a:prstGeom>
          <a:noFill/>
          <a:ln w="25400">
            <a:solidFill>
              <a:srgbClr val="5860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06640" y="2926080"/>
            <a:ext cx="0" cy="0"/>
          </a:xfrm>
          <a:prstGeom prst="line">
            <a:avLst/>
          </a:prstGeom>
          <a:noFill/>
          <a:ln w="25400">
            <a:solidFill>
              <a:srgbClr val="5860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852160" y="4526280"/>
            <a:ext cx="0" cy="0"/>
          </a:xfrm>
          <a:prstGeom prst="line">
            <a:avLst/>
          </a:prstGeom>
          <a:noFill/>
          <a:ln w="25400">
            <a:solidFill>
              <a:srgbClr val="58606E"/>
            </a:solidFill>
            <a:prstDash val="solid"/>
            <a:headEnd type="diamon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89320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Vehicle[]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9006840" y="10515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006840" y="1051560"/>
            <a:ext cx="73152" cy="19202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08008" y="1197864"/>
            <a:ext cx="2148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Enums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9208008" y="1554480"/>
            <a:ext cx="21488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Manufacturer, Color, Status, and Type restrict choices to valid values and support dropdowns in the GUI.</a:t>
            </a:r>
            <a:endParaRPr lang="en-US" sz="1250"/>
          </a:p>
        </p:txBody>
      </p:sp>
      <p:sp>
        <p:nvSpPr>
          <p:cNvPr id="33" name="Shape 31"/>
          <p:cNvSpPr/>
          <p:nvPr/>
        </p:nvSpPr>
        <p:spPr>
          <a:xfrm>
            <a:off x="9006840" y="35204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006840" y="3520440"/>
            <a:ext cx="73152" cy="173736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08008" y="3666744"/>
            <a:ext cx="2148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9208008" y="4023360"/>
            <a:ext cx="21488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VehicleManagerFE_GUI uses Swing to connect user actions to the backend manager.</a:t>
            </a:r>
            <a:endParaRPr lang="en-US" sz="125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 Diagram</a:t>
            </a:r>
            <a:endParaRPr lang="en-US" sz="2600"/>
          </a:p>
        </p:txBody>
      </p:sp>
      <p:sp>
        <p:nvSpPr>
          <p:cNvPr id="6" name="Text 3"/>
          <p:cNvSpPr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separates the front end, backend manager, parent vehicle class, child classes, and enum types.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5</a:t>
            </a:r>
            <a:endParaRPr lang="en-US" sz="90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3B06C0-2208-8E66-4537-C8639C8CD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61" y="815652"/>
            <a:ext cx="10771323" cy="53644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 End Design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73152" cy="141732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197864"/>
            <a:ext cx="28346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VehicleManager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886968" y="155448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all records in a Vehicle[] array and keeps constructed objects grouped together.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4526280" y="10515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1051560"/>
            <a:ext cx="73152" cy="141732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27448" y="1197864"/>
            <a:ext cx="28346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and remove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727448" y="155448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finds the first null slot. Remove shifts later elements left and sets the last slot to null.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8366760" y="10515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66760" y="105156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67928" y="1197864"/>
            <a:ext cx="28346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logic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8567928" y="155448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Vehicles are sorted by availability first, then by price when availability is the same.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914400" y="36576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76732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914400" y="4069080"/>
            <a:ext cx="1965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form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2880360" y="4050792"/>
            <a:ext cx="640080" cy="0"/>
          </a:xfrm>
          <a:prstGeom prst="line">
            <a:avLst/>
          </a:prstGeom>
          <a:noFill/>
          <a:ln w="25400">
            <a:solidFill>
              <a:srgbClr val="5860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03320" y="36576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03320" y="376732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3703320" y="4069080"/>
            <a:ext cx="1965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object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5669280" y="4050792"/>
            <a:ext cx="640080" cy="0"/>
          </a:xfrm>
          <a:prstGeom prst="line">
            <a:avLst/>
          </a:prstGeom>
          <a:noFill/>
          <a:ln w="25400">
            <a:solidFill>
              <a:srgbClr val="5860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92240" y="36576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376732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6492240" y="4069080"/>
            <a:ext cx="1965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Vehicle[]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8458200" y="4050792"/>
            <a:ext cx="640080" cy="0"/>
          </a:xfrm>
          <a:prstGeom prst="line">
            <a:avLst/>
          </a:prstGeom>
          <a:noFill/>
          <a:ln w="25400">
            <a:solidFill>
              <a:srgbClr val="5860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81160" y="365760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81160" y="376732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9281160" y="4069080"/>
            <a:ext cx="1965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update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Demonstration Highlights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550104" y="1052421"/>
            <a:ext cx="5120640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222831"/>
                </a:solidFill>
              </a:rPr>
              <a:t>Add a regular Vehicle, a Car, and a Truck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222831"/>
                </a:solidFill>
              </a:rPr>
              <a:t>Add a reservation to a displayed vehicle row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222831"/>
                </a:solidFill>
              </a:rPr>
              <a:t>Return a vehicle and show availability changes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222831"/>
                </a:solidFill>
              </a:rPr>
              <a:t>Sort and show how available/cheaper vehicles move up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6492240" y="1051560"/>
            <a:ext cx="4892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BFC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92240" y="1051560"/>
            <a:ext cx="4892040" cy="384048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0" y="1152144"/>
            <a:ext cx="2468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Manager GUI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812280" y="1737360"/>
            <a:ext cx="4251960" cy="438912"/>
          </a:xfrm>
          <a:prstGeom prst="roundRect">
            <a:avLst>
              <a:gd name="adj" fmla="val 10417"/>
            </a:avLst>
          </a:prstGeom>
          <a:solidFill>
            <a:srgbClr val="F5F7FA"/>
          </a:solidFill>
          <a:ln w="12700">
            <a:solidFill>
              <a:srgbClr val="DF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95160" y="1847088"/>
            <a:ext cx="3749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Information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812280" y="2395728"/>
            <a:ext cx="4251960" cy="438912"/>
          </a:xfrm>
          <a:prstGeom prst="roundRect">
            <a:avLst>
              <a:gd name="adj" fmla="val 10417"/>
            </a:avLst>
          </a:prstGeom>
          <a:solidFill>
            <a:srgbClr val="F5F7FA"/>
          </a:solidFill>
          <a:ln w="12700">
            <a:solidFill>
              <a:srgbClr val="DF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95160" y="2505456"/>
            <a:ext cx="3749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 / Truck Options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812280" y="3054096"/>
            <a:ext cx="4251960" cy="438912"/>
          </a:xfrm>
          <a:prstGeom prst="roundRect">
            <a:avLst>
              <a:gd name="adj" fmla="val 10417"/>
            </a:avLst>
          </a:prstGeom>
          <a:solidFill>
            <a:srgbClr val="F5F7FA"/>
          </a:solidFill>
          <a:ln w="12700">
            <a:solidFill>
              <a:srgbClr val="DF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95160" y="3163824"/>
            <a:ext cx="3749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222831"/>
                </a:solidFill>
                <a:latin typeface="Aptos"/>
                <a:ea typeface="Aptos" pitchFamily="34" charset="-122"/>
                <a:cs typeface="Aptos" pitchFamily="34" charset="-120"/>
              </a:rPr>
              <a:t>Filter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6812280" y="3712464"/>
            <a:ext cx="4251960" cy="438912"/>
          </a:xfrm>
          <a:prstGeom prst="roundRect">
            <a:avLst>
              <a:gd name="adj" fmla="val 10417"/>
            </a:avLst>
          </a:prstGeom>
          <a:solidFill>
            <a:srgbClr val="F5F7FA"/>
          </a:solidFill>
          <a:ln w="12700">
            <a:solidFill>
              <a:srgbClr val="DF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95160" y="3822192"/>
            <a:ext cx="3749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r>
              <a:rPr lang="en-US" sz="1200">
                <a:solidFill>
                  <a:srgbClr val="222831"/>
                </a:solidFill>
              </a:rPr>
              <a:t>Vehicle Records</a:t>
            </a:r>
          </a:p>
        </p:txBody>
      </p:sp>
      <p:sp>
        <p:nvSpPr>
          <p:cNvPr id="18" name="Shape 16"/>
          <p:cNvSpPr/>
          <p:nvPr/>
        </p:nvSpPr>
        <p:spPr>
          <a:xfrm>
            <a:off x="6812280" y="4370832"/>
            <a:ext cx="4251960" cy="438912"/>
          </a:xfrm>
          <a:prstGeom prst="roundRect">
            <a:avLst>
              <a:gd name="adj" fmla="val 10417"/>
            </a:avLst>
          </a:prstGeom>
          <a:solidFill>
            <a:srgbClr val="F5F7FA"/>
          </a:solidFill>
          <a:ln w="12700">
            <a:solidFill>
              <a:srgbClr val="DF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4480560"/>
            <a:ext cx="3749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2228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Buttons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Checklist and Future Enhancements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checklist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778273" y="402353"/>
            <a:ext cx="4937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>
                <a:solidFill>
                  <a:srgbClr val="222831"/>
                </a:solidFill>
              </a:rPr>
              <a:t>Project compiles and GUI opens</a:t>
            </a:r>
            <a:endParaRPr lang="en-US" sz="1700"/>
          </a:p>
          <a:p>
            <a:r>
              <a:rPr lang="en-US" sz="1700">
                <a:solidFill>
                  <a:srgbClr val="222831"/>
                </a:solidFill>
              </a:rPr>
              <a:t>Add Vehicle, Car, and Truck successfully</a:t>
            </a:r>
            <a:endParaRPr lang="en-US" sz="1700"/>
          </a:p>
          <a:p>
            <a:r>
              <a:rPr lang="en-US" sz="1700">
                <a:solidFill>
                  <a:srgbClr val="222831"/>
                </a:solidFill>
              </a:rPr>
              <a:t>Duplicate license plates are rejected</a:t>
            </a:r>
            <a:endParaRPr lang="en-US" sz="1700"/>
          </a:p>
          <a:p>
            <a:r>
              <a:rPr lang="en-US" sz="1700">
                <a:solidFill>
                  <a:srgbClr val="222831"/>
                </a:solidFill>
              </a:rPr>
              <a:t>Invalid number inputs show an error message</a:t>
            </a:r>
            <a:endParaRPr lang="en-US" sz="1700"/>
          </a:p>
          <a:p>
            <a:r>
              <a:rPr lang="en-US" sz="1700">
                <a:solidFill>
                  <a:srgbClr val="222831"/>
                </a:solidFill>
              </a:rPr>
              <a:t>Search/filter and sort update the display</a:t>
            </a:r>
            <a:endParaRPr lang="en-US" sz="1700"/>
          </a:p>
          <a:p>
            <a:r>
              <a:rPr lang="en-US" sz="1700">
                <a:solidFill>
                  <a:srgbClr val="222831"/>
                </a:solidFill>
              </a:rPr>
              <a:t>Reservations and returns update availability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64922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enhancements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6493273" y="204319"/>
            <a:ext cx="47548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>
                <a:solidFill>
                  <a:srgbClr val="222831"/>
                </a:solidFill>
              </a:rPr>
              <a:t>Save/load vehicles from CSV or JSON</a:t>
            </a:r>
            <a:endParaRPr lang="en-US" sz="1700"/>
          </a:p>
          <a:p>
            <a:r>
              <a:rPr lang="en-US" sz="1700">
                <a:solidFill>
                  <a:srgbClr val="222831"/>
                </a:solidFill>
              </a:rPr>
              <a:t>Edit vehicle information from the GUI</a:t>
            </a:r>
            <a:endParaRPr lang="en-US" sz="1700"/>
          </a:p>
          <a:p>
            <a:r>
              <a:rPr lang="en-US" sz="1700">
                <a:solidFill>
                  <a:srgbClr val="222831"/>
                </a:solidFill>
              </a:rPr>
              <a:t>Add date-based rental history</a:t>
            </a:r>
            <a:endParaRPr lang="en-US" sz="1700"/>
          </a:p>
          <a:p>
            <a:r>
              <a:rPr lang="en-US" sz="1700">
                <a:solidFill>
                  <a:srgbClr val="222831"/>
                </a:solidFill>
              </a:rPr>
              <a:t>Improve search with combined filters</a:t>
            </a:r>
            <a:endParaRPr lang="en-US" sz="1700"/>
          </a:p>
          <a:p>
            <a:endParaRPr lang="en-US" sz="1700">
              <a:solidFill>
                <a:srgbClr val="22283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8804C-3139-BE4B-B085-C1D030E6F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961A3D-4E06-BE7A-EC55-AD36F202AB1A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1F0081-1DEF-426B-00BC-DD5B299966C2}"/>
              </a:ext>
            </a:extLst>
          </p:cNvPr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760477-240E-1475-FE77-C195679C46F2}"/>
              </a:ext>
            </a:extLst>
          </p:cNvPr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20537F-E41D-0CAA-BEAF-8DC12E185B6C}"/>
              </a:ext>
            </a:extLst>
          </p:cNvPr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8</a:t>
            </a:r>
            <a:endParaRPr lang="en-US" sz="90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0509FA-C54B-D37C-3EE4-6208CC670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709" y="405849"/>
            <a:ext cx="9602581" cy="548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25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74028-CD50-2056-DA7F-0E079271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252248-53F0-D4B2-CCCF-C7BEBB5B472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9A0B79-500A-647E-9393-F191E41C5DB6}"/>
              </a:ext>
            </a:extLst>
          </p:cNvPr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BE769D5-FF07-A817-9EF7-E8A8AAB91FEB}"/>
              </a:ext>
            </a:extLst>
          </p:cNvPr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E78B17C-94E8-725A-3049-49E780B06C44}"/>
              </a:ext>
            </a:extLst>
          </p:cNvPr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8</a:t>
            </a:r>
            <a:endParaRPr lang="en-US" sz="9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3FEDA7-C4AA-C12A-AA57-98B349AE0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66" y="313539"/>
            <a:ext cx="5620534" cy="18481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7D8DAE-7B13-7EB1-CB09-F3F8F64EE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06" y="3285827"/>
            <a:ext cx="4650382" cy="1589671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0EA360-5DA0-4930-E228-99FAC2199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2010" y="366087"/>
            <a:ext cx="4982270" cy="38010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365392-EAF0-6159-F4B7-E2020B689D38}"/>
              </a:ext>
            </a:extLst>
          </p:cNvPr>
          <p:cNvSpPr txBox="1"/>
          <p:nvPr/>
        </p:nvSpPr>
        <p:spPr>
          <a:xfrm>
            <a:off x="475466" y="2266589"/>
            <a:ext cx="398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 Display sorted by price to rent.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0BD55E-5875-15A0-E531-BD16F0B578A3}"/>
              </a:ext>
            </a:extLst>
          </p:cNvPr>
          <p:cNvSpPr txBox="1"/>
          <p:nvPr/>
        </p:nvSpPr>
        <p:spPr>
          <a:xfrm>
            <a:off x="262106" y="4969149"/>
            <a:ext cx="3984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 Display sorted by number of seat and only available options.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A3E969-F6D8-D242-893C-5F91A08860E4}"/>
              </a:ext>
            </a:extLst>
          </p:cNvPr>
          <p:cNvSpPr txBox="1"/>
          <p:nvPr/>
        </p:nvSpPr>
        <p:spPr>
          <a:xfrm>
            <a:off x="6402010" y="4332011"/>
            <a:ext cx="4982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Pop-up Window with all of a Vehicle’s Information when the More Info button is triggered.</a:t>
            </a:r>
          </a:p>
        </p:txBody>
      </p:sp>
    </p:spTree>
    <p:extLst>
      <p:ext uri="{BB962C8B-B14F-4D97-AF65-F5344CB8AC3E}">
        <p14:creationId xmlns:p14="http://schemas.microsoft.com/office/powerpoint/2010/main" val="1354433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3679-33DA-4000-F8D9-F347AFB0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701CC0-4CB0-B6C3-1F3C-74E3631EF928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3B2575-C194-781C-5D58-3E7E7FCD6416}"/>
              </a:ext>
            </a:extLst>
          </p:cNvPr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A3FED1-FA34-CC9A-382D-AC2608D90673}"/>
              </a:ext>
            </a:extLst>
          </p:cNvPr>
          <p:cNvSpPr/>
          <p:nvPr/>
        </p:nvSpPr>
        <p:spPr>
          <a:xfrm>
            <a:off x="548640" y="34747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Structure and Design Overview</a:t>
            </a:r>
            <a:endParaRPr lang="en-US" sz="26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671ABE5-E4FA-BFEA-B202-5180B0DA3E64}"/>
              </a:ext>
            </a:extLst>
          </p:cNvPr>
          <p:cNvSpPr/>
          <p:nvPr/>
        </p:nvSpPr>
        <p:spPr>
          <a:xfrm>
            <a:off x="9006840" y="10515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05AD5D6-0221-07BC-A11D-7E485999730E}"/>
              </a:ext>
            </a:extLst>
          </p:cNvPr>
          <p:cNvSpPr/>
          <p:nvPr/>
        </p:nvSpPr>
        <p:spPr>
          <a:xfrm>
            <a:off x="9006840" y="1051560"/>
            <a:ext cx="73152" cy="19202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967882F-68CD-EE50-60B1-B444FE3D671D}"/>
              </a:ext>
            </a:extLst>
          </p:cNvPr>
          <p:cNvSpPr/>
          <p:nvPr/>
        </p:nvSpPr>
        <p:spPr>
          <a:xfrm>
            <a:off x="9208008" y="1197864"/>
            <a:ext cx="2148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6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75DED9E-111A-AF9B-84D4-52EAAD9DE034}"/>
              </a:ext>
            </a:extLst>
          </p:cNvPr>
          <p:cNvSpPr/>
          <p:nvPr/>
        </p:nvSpPr>
        <p:spPr>
          <a:xfrm>
            <a:off x="9208008" y="1554480"/>
            <a:ext cx="21488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would only update on interaction with </a:t>
            </a:r>
            <a:r>
              <a:rPr lang="en-US" sz="1250" dirty="0" err="1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JComboBoxes</a:t>
            </a:r>
            <a:endParaRPr lang="en-US" sz="1250" dirty="0">
              <a:solidFill>
                <a:srgbClr val="5860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endParaRPr lang="en-US" sz="1250" dirty="0">
              <a:solidFill>
                <a:srgbClr val="58606E"/>
              </a:solidFill>
              <a:latin typeface="Aptos" pitchFamily="34" charset="0"/>
            </a:endParaRPr>
          </a:p>
          <a:p>
            <a:pPr marL="0" indent="0" algn="l">
              <a:buNone/>
            </a:pPr>
            <a:r>
              <a:rPr lang="en-US" sz="1250" dirty="0">
                <a:solidFill>
                  <a:srgbClr val="58606E"/>
                </a:solidFill>
                <a:latin typeface="Aptos" pitchFamily="34" charset="0"/>
              </a:rPr>
              <a:t>This was caused by it interacting with null elements.</a:t>
            </a:r>
            <a:endParaRPr lang="en-US" sz="12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19CAB1C-85C5-C2E8-03E0-30EE748C29D6}"/>
              </a:ext>
            </a:extLst>
          </p:cNvPr>
          <p:cNvSpPr/>
          <p:nvPr/>
        </p:nvSpPr>
        <p:spPr>
          <a:xfrm>
            <a:off x="9006840" y="35204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CE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6C352B8-A6C6-7009-4E43-DAEF24EACF0D}"/>
              </a:ext>
            </a:extLst>
          </p:cNvPr>
          <p:cNvSpPr/>
          <p:nvPr/>
        </p:nvSpPr>
        <p:spPr>
          <a:xfrm>
            <a:off x="9006840" y="3520440"/>
            <a:ext cx="73152" cy="1737360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FE6B086-88C0-6EF1-E353-60008B30A38C}"/>
              </a:ext>
            </a:extLst>
          </p:cNvPr>
          <p:cNvSpPr/>
          <p:nvPr/>
        </p:nvSpPr>
        <p:spPr>
          <a:xfrm>
            <a:off x="9208008" y="3666744"/>
            <a:ext cx="2148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C27B7CC-6186-A0D7-7A68-81CD806C4E56}"/>
              </a:ext>
            </a:extLst>
          </p:cNvPr>
          <p:cNvSpPr/>
          <p:nvPr/>
        </p:nvSpPr>
        <p:spPr>
          <a:xfrm>
            <a:off x="9208008" y="4023360"/>
            <a:ext cx="21488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86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if statement to avoid creating rows for null entries.</a:t>
            </a:r>
            <a:endParaRPr lang="en-US" sz="12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EACF5E4-C7EB-088E-39E9-F76B2A15A876}"/>
              </a:ext>
            </a:extLst>
          </p:cNvPr>
          <p:cNvSpPr/>
          <p:nvPr/>
        </p:nvSpPr>
        <p:spPr>
          <a:xfrm>
            <a:off x="548640" y="64739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A8494"/>
                </a:solidFill>
              </a:rPr>
              <a:t>Vehicle Manager Final Project</a:t>
            </a:r>
            <a:endParaRPr lang="en-US" sz="9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153119D-7376-5DA6-A846-EE33AA862185}"/>
              </a:ext>
            </a:extLst>
          </p:cNvPr>
          <p:cNvSpPr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7A8494"/>
                </a:solidFill>
              </a:rPr>
              <a:t>4</a:t>
            </a:r>
            <a:endParaRPr lang="en-US" sz="90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8F17538-4307-049C-6CF0-7A3D77AE4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24729"/>
            <a:ext cx="5319221" cy="3711262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69A81EBD-931A-A31F-EBA0-C38C911CC538}"/>
              </a:ext>
            </a:extLst>
          </p:cNvPr>
          <p:cNvSpPr/>
          <p:nvPr/>
        </p:nvSpPr>
        <p:spPr>
          <a:xfrm>
            <a:off x="1143000" y="3328416"/>
            <a:ext cx="4160520" cy="539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06595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Widescreen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CSE 1325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Manager Final Project</dc:title>
  <dc:subject>Vehicle Manager Final Project Demonstration</dc:subject>
  <dc:creator>Vehicle Manager Team</dc:creator>
  <cp:lastModifiedBy>Hawkins, Lucas K</cp:lastModifiedBy>
  <cp:revision>1</cp:revision>
  <dcterms:created xsi:type="dcterms:W3CDTF">2026-04-29T03:47:33Z</dcterms:created>
  <dcterms:modified xsi:type="dcterms:W3CDTF">2026-04-29T04:51:58Z</dcterms:modified>
</cp:coreProperties>
</file>